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智能语音交互系统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GEC6818 开发板 · 嵌入式实训项目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四班十组  |  李宏欣 · 匡志琪  |  2026年4月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0" cy="5143500"/>
          </a:xfrm>
          <a:prstGeom prst="rect">
            <a:avLst/>
          </a:prstGeom>
          <a:solidFill>
            <a:srgbClr val="0F1B3E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200400" y="4572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40480" y="457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项目功能概述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00400" y="914400"/>
            <a:ext cx="50292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9601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840480" y="9601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组员分工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50292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4630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840480" y="1463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00400" y="1920240"/>
            <a:ext cx="50292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965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840480" y="19659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语音指令与触摸手势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00400" y="2423160"/>
            <a:ext cx="50292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24688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840480" y="2468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传感器数据采集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00400" y="2926080"/>
            <a:ext cx="50292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297180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4048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程序运行流程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0" y="3429000"/>
            <a:ext cx="50292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3474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84048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四天实训内容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200400" y="3931920"/>
            <a:ext cx="50292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0" y="397764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84048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验收成果展示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3200400" y="4434840"/>
            <a:ext cx="5029200" cy="91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3200400" y="4480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4048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总结与收获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组员分工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3749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7490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李宏欣（组长）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硬件驱动与传感器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2402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LCD 屏幕驱动，BMP 图片与颜色显示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触摸屏驱动，四向滑动方向识别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GY39 光照/温湿度/气压/海拔采集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US-100 超声波测距，SR501 红外感应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7490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188720"/>
            <a:ext cx="374904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371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匡志琪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12064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系统集成与通信协议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120640" y="224028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网络通信，PCM 音频传输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libxml2 解析语音识别 XML 结果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主程序双线程架构与指令分发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自动轮播逻辑，5 个验收视频录制</a:t>
            </a:r>
            <a:endParaRPr lang="en-US" sz="1300" dirty="0"/>
          </a:p>
        </p:txBody>
      </p:sp>
      <p:pic>
        <p:nvPicPr>
          <p:cNvPr id="14" name="Image 0" descr="image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3749040"/>
            <a:ext cx="8046720" cy="11887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548640" y="48920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分工原则：硬件驱动层（李宏欣）与通信主控层（匡志琪）在 voicectl.c 汇合联调，功劳均等。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项目功能概述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4023360" cy="1600200"/>
          </a:xfrm>
          <a:prstGeom prst="rect">
            <a:avLst/>
          </a:prstGeom>
          <a:solidFill>
            <a:srgbClr val="1A2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语音控制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条离线语音指令：开窗、开门、开灯、关窗、关门、关灯、上一张、唱歌、你好、唤醒词、退出。语音识别结果通过 TCP 网络返回指令 ID，屏幕实时响应。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600200"/>
          </a:xfrm>
          <a:prstGeom prst="rect">
            <a:avLst/>
          </a:prstGeom>
          <a:solidFill>
            <a:srgbClr val="1A2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188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触摸手势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6002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向滑动控制：左滑切换下一张图片，右滑切换上一张，上滑进入传感器数据面板，下滑回到图片浏览模式。滑动距离超过 50 像素触发。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600200"/>
          </a:xfrm>
          <a:prstGeom prst="rect">
            <a:avLst/>
          </a:prstGeom>
          <a:solidFill>
            <a:srgbClr val="1A2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2608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传感器采集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3429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GY39 模块采集光照强度、温度、湿度、气压、海拔；US-100 超声波测距；SR501 红外人体感应。数据实时显示在 LCD 屏幕上。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600200"/>
          </a:xfrm>
          <a:prstGeom prst="rect">
            <a:avLst/>
          </a:prstGeom>
          <a:solidFill>
            <a:srgbClr val="1A2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926080"/>
            <a:ext cx="54864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自动轮播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29200" y="34290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秒无操作自动切换到下一张图片。触摸或语音操作后重置计时。主循环每 0.5 秒检测一次。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92608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9260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虚拟机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语音识别引擎（asr_record_demo）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接收 PCM 音频 → BNF 语法解析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 XML 结果（指令 ID + 置信度）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 端口 54321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463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PCM/XML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4114800" cy="1371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188720"/>
            <a:ext cx="411480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801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GEC6818 开发板 (ARM Cortex-A9)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voicectl 主程序（双线程）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接收指令 → LCD 屏幕反馈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监听触摸屏 + 读取传感器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秒自动轮播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926080"/>
            <a:ext cx="201168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LCD 屏幕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" y="3337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/dev/fb0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800×480 分辨率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560320" y="29260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560320" y="2926080"/>
            <a:ext cx="2011680" cy="457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Text 17"/>
          <p:cNvSpPr/>
          <p:nvPr/>
        </p:nvSpPr>
        <p:spPr>
          <a:xfrm>
            <a:off x="2670048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触摸屏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670048" y="3337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/dev/input/event0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四向滑动识别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92608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4864608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GY39 传感器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64608" y="3337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光照/温湿度/气压/海拔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 串口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49440" y="2926080"/>
            <a:ext cx="201168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49440" y="2926080"/>
            <a:ext cx="20116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7" name="Text 25"/>
          <p:cNvSpPr/>
          <p:nvPr/>
        </p:nvSpPr>
        <p:spPr>
          <a:xfrm>
            <a:off x="7059168" y="301752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红外感应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59168" y="333756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SR501 人体检测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/dev/infrared_drv</a:t>
            </a:r>
            <a:endParaRPr lang="en-US" sz="1100" dirty="0"/>
          </a:p>
        </p:txBody>
      </p:sp>
      <p:pic>
        <p:nvPicPr>
          <p:cNvPr id="29" name="Image 0" descr="image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251960"/>
            <a:ext cx="8229600" cy="713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语音指令与触摸手势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条语音指令 (cmd.bnf)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640080"/>
                <a:gridCol w="2560320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语音指令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执行动作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LCD 显示天蓝色背景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LCD 显示金色背景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开灯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LCD 白色背景（模拟开灯）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关窗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LCD 浅钢蓝色背景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关门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LCD 暗金色背景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关灯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LCD 暗色背景（模拟关灯）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上一张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切换到上一张 BMP 图片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唱首歌给我听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六色灯光闪烁效果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你好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LCD 浅绿色背景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小雷 / 小雷小雷（唤醒）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屏幕闪烁响应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退出 / 不玩了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结束程序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种触摸手势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943600" y="1417320"/>
            <a:ext cx="2834640" cy="6217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943600" y="1417320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41732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左滑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04088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下一张图片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40880" y="1691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delta_x &lt; -50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3600" y="2148840"/>
            <a:ext cx="2834640" cy="6217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943600" y="2148840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214884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右滑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7040880" y="21488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上一张图片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040880" y="2423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delta_x &gt; 50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943600" y="2880360"/>
            <a:ext cx="2834640" cy="6217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2880360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6217920" y="288036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上滑</a:t>
            </a:r>
            <a:endParaRPr lang="en-US" sz="1700" dirty="0"/>
          </a:p>
        </p:txBody>
      </p:sp>
      <p:sp>
        <p:nvSpPr>
          <p:cNvPr id="20" name="Text 17"/>
          <p:cNvSpPr/>
          <p:nvPr/>
        </p:nvSpPr>
        <p:spPr>
          <a:xfrm>
            <a:off x="7040880" y="28803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传感器数据面板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040880" y="3154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delta_y &lt; -50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43600" y="3611880"/>
            <a:ext cx="2834640" cy="621792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943600" y="3611880"/>
            <a:ext cx="54864" cy="62179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1"/>
          <p:cNvSpPr/>
          <p:nvPr/>
        </p:nvSpPr>
        <p:spPr>
          <a:xfrm>
            <a:off x="6217920" y="3611880"/>
            <a:ext cx="822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下滑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7040880" y="36118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回到图片模式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040880" y="38862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delta_y &gt; 50</a:t>
            </a:r>
            <a:endParaRPr lang="en-US" sz="1000" dirty="0"/>
          </a:p>
        </p:txBody>
      </p:sp>
      <p:pic>
        <p:nvPicPr>
          <p:cNvPr id="27" name="Image 0" descr="image16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4343400"/>
            <a:ext cx="2743200" cy="731520"/>
          </a:xfrm>
          <a:prstGeom prst="rect">
            <a:avLst/>
          </a:prstGeom>
        </p:spPr>
      </p:pic>
      <p:pic>
        <p:nvPicPr>
          <p:cNvPr id="28" name="Image 1" descr="image17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00400" y="4343400"/>
            <a:ext cx="2743200" cy="731520"/>
          </a:xfrm>
          <a:prstGeom prst="rect">
            <a:avLst/>
          </a:prstGeom>
        </p:spPr>
      </p:pic>
      <p:pic>
        <p:nvPicPr>
          <p:cNvPr id="29" name="Image 2" descr="image19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26480" y="4343400"/>
            <a:ext cx="25603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传感器数据采集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GY39 — 环境传感器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光照强度 (lux)，温度 (℃)，湿度 (%)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气压 (Pa)，海拔 (m)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 串口通信，帧头 0x5A 同步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问询-应答模式，9600 bps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972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97280"/>
            <a:ext cx="27432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US-100 — 超声波测距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29000" y="18288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发射超声波脉冲，接收回波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距离 = 声速 × 传播时间 ÷ 2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测量范围 2 cm ~ 450 cm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UART 串口，精度 ±3 mm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7432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7432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234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SR501 — 红外人体感应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18288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热释电红外传感器，检测人体红外辐射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有人靠近输出高电平，无人低电平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内核驱动 infrared_drv.ko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读取 /dev/infrared_drv 设备文件</a:t>
            </a:r>
            <a:endParaRPr lang="en-US" sz="1200" dirty="0"/>
          </a:p>
        </p:txBody>
      </p:sp>
      <p:pic>
        <p:nvPicPr>
          <p:cNvPr id="16" name="Image 0" descr="image1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65760" y="3703320"/>
            <a:ext cx="2743200" cy="1280160"/>
          </a:xfrm>
          <a:prstGeom prst="rect">
            <a:avLst/>
          </a:prstGeom>
        </p:spPr>
      </p:pic>
      <p:pic>
        <p:nvPicPr>
          <p:cNvPr id="17" name="Image 1" descr="image18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91840" y="3703320"/>
            <a:ext cx="2743200" cy="1280160"/>
          </a:xfrm>
          <a:prstGeom prst="rect">
            <a:avLst/>
          </a:prstGeom>
        </p:spPr>
      </p:pic>
      <p:pic>
        <p:nvPicPr>
          <p:cNvPr id="18" name="Image 2" descr="image10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17920" y="3703320"/>
            <a:ext cx="256032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程序运行流程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109728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27432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触摸线程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touch_thread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get_event_direction() 阻塞读取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按下记录起点，抬起计算位移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判定方向：|Δx|&gt;50 或 |Δy|&gt;50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更新图片索引 / 模式 / 计时器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74320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24612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语音线程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46120" y="13533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voice_thread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arecord 录音 3 秒 → PCM 文件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send_pcm() TCP 发送到服务器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wait4id() 接收 XML 解析指令 ID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dispatch_command() 执行对应动作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74320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972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主循环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26480" y="1353312"/>
            <a:ext cx="2743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 loop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9360" y="1828800"/>
            <a:ext cx="2377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 0.5 秒检测自动轮播条件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auto_slide=1 且 3 秒未操作 → 切图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触摸或语音后重置 last_touch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ctx.running=0 时退出并清理资源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114800"/>
            <a:ext cx="6400800" cy="256032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1371600" y="41148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线程安全：pthread_mutex_lock 保护 current_pic / mode / auto_slide / last_touch 共享变量</a:t>
            </a:r>
            <a:endParaRPr lang="en-US" sz="1100" dirty="0"/>
          </a:p>
        </p:txBody>
      </p:sp>
      <p:pic>
        <p:nvPicPr>
          <p:cNvPr id="21" name="Image 0" descr="image5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4462272"/>
            <a:ext cx="8229600" cy="5943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四天实训内容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097280"/>
            <a:ext cx="2057400" cy="3337560"/>
          </a:xfrm>
          <a:prstGeom prst="rect">
            <a:avLst/>
          </a:prstGeom>
          <a:solidFill>
            <a:srgbClr val="1A2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05740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097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" y="13075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环境搭建与交叉开发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1874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Ubuntu 18.04 + VMware 虚拟机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编译 C 程序，文件 I/O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arm-linux-gcc 交叉编译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SecureCRT 串口连接 (115200 bps)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rx 命令传输到开发板运行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87168" y="1097280"/>
            <a:ext cx="2057400" cy="3337560"/>
          </a:xfrm>
          <a:prstGeom prst="rect">
            <a:avLst/>
          </a:prstGeom>
          <a:solidFill>
            <a:srgbClr val="1A2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87168" y="1097280"/>
            <a:ext cx="205740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487168" y="1097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487168" y="13075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LCD 显示与 BMP 图片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8608" y="1737360"/>
            <a:ext cx="1874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framebuffer (/dev/fb0) 原理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mmap 内存映射显存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BMP 格式解析 (54 字节头)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像素级绘制 lcd_draw_point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位 BGR → 16 位 RGB565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0016" y="1097280"/>
            <a:ext cx="2057400" cy="3337560"/>
          </a:xfrm>
          <a:prstGeom prst="rect">
            <a:avLst/>
          </a:prstGeom>
          <a:solidFill>
            <a:srgbClr val="1A2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00016" y="1097280"/>
            <a:ext cx="205740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4700016" y="1097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700016" y="13075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字符取模与触摸屏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91456" y="1737360"/>
            <a:ext cx="1874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字模工具生成点阵数据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lcd_draw_word 字符显示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子系统 event0 事件读取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ABS_X/ABS_Y 触摸坐标采集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四向滑动方向识别算法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12864" y="1097280"/>
            <a:ext cx="2057400" cy="3337560"/>
          </a:xfrm>
          <a:prstGeom prst="rect">
            <a:avLst/>
          </a:prstGeom>
          <a:solidFill>
            <a:srgbClr val="1A2D5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12864" y="1097280"/>
            <a:ext cx="205740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912864" y="1097280"/>
            <a:ext cx="2057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12864" y="130759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语音识别与传感器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04304" y="1737360"/>
            <a:ext cx="18745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arecord 录音 → TCP 音频传输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libxml2 解析 ASR XML 结果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GY39/UART 串口协议解析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US-100 超声波 + SR501 红外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系统联调 + 答辩演示</a:t>
            </a:r>
            <a:endParaRPr lang="en-US" sz="1200" dirty="0"/>
          </a:p>
        </p:txBody>
      </p:sp>
      <p:pic>
        <p:nvPicPr>
          <p:cNvPr id="24" name="Image 0" descr="image31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4526280"/>
            <a:ext cx="36576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B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验收成果 — 5 个演示视频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0"/>
                <a:gridCol w="73152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视频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演示内容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技术要点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3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交叉编译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Ubuntu gcc 编译 C 程序，文件 I/O 读写演示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gcc / open / read / write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LCD 轮播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秒自动切换 BMP 图片 1→2→3→4→1 循环，同时展示代码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 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framebuffer / BMP 解析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触摸坐标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红绿蓝三色块点击，SecureCRT 终端输出 x0/y0 坐标值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 子系统 / ABS_X/Y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滑动切屏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手指上下左右滑动，终端输出方向箭头，屏幕实时切换图片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方向向量计算 |Δ|&gt;50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Day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最终答辩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语音喊"开始/下一张/上一张"+ 手指左滑/右滑，双模态并发无冲突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秒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双线程 + TCP + XML 解析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5F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全部视频 1080p 手机实拍 | 共 66 秒 | 验收一次通过 | 匡志琪录制</a:t>
            </a:r>
            <a:endParaRPr lang="en-US" sz="1200" dirty="0"/>
          </a:p>
        </p:txBody>
      </p:sp>
      <p:pic>
        <p:nvPicPr>
          <p:cNvPr id="6" name="Image 0" descr="image33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86000" y="4526280"/>
            <a:ext cx="457200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总结与收获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685800"/>
          </a:xfrm>
          <a:prstGeom prst="rect">
            <a:avLst/>
          </a:prstGeom>
          <a:solidFill>
            <a:srgbClr val="1A2D5E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18872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234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技术积累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5361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掌握 ARM Linux 嵌入式开发全流程：交叉编译 → LCD 驱动 → 触摸屏 → 串口通信 → 网络编程 → 多线程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685800"/>
          </a:xfrm>
          <a:prstGeom prst="rect">
            <a:avLst/>
          </a:prstGeom>
          <a:solidFill>
            <a:srgbClr val="1A2D5E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01168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工程实践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35915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从零搭建一个完整的语音+触控双模态交互系统，覆盖底层驱动到上层应用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834640"/>
            <a:ext cx="8229600" cy="685800"/>
          </a:xfrm>
          <a:prstGeom prst="rect">
            <a:avLst/>
          </a:prstGeom>
          <a:solidFill>
            <a:srgbClr val="1A2D5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283464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803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31821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人分工明确，硬件驱动层与通信主控层并行开发，在 voicectl.c 汇合联调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685800"/>
          </a:xfrm>
          <a:prstGeom prst="rect">
            <a:avLst/>
          </a:prstGeom>
          <a:solidFill>
            <a:srgbClr val="1A2D5E"/>
          </a:solidFill>
          <a:ln/>
        </p:spPr>
      </p:sp>
      <p:sp>
        <p:nvSpPr>
          <p:cNvPr id="18" name="Shape 16"/>
          <p:cNvSpPr/>
          <p:nvPr/>
        </p:nvSpPr>
        <p:spPr>
          <a:xfrm>
            <a:off x="457200" y="365760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综合能力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40050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项目答辩、PPT 制作、视频录制、技术文档撰写形成完整闭环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0" y="45948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感谢观看  |  四班十组 · 李宏欣 · 匡志琪  |  湖南科技大学 自动化  |  2026年4月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智能语音交互系统</dc:title>
  <dc:subject>PptxGenJS Presentation</dc:subject>
  <dc:creator>李宏欣 匡志琪</dc:creator>
  <cp:lastModifiedBy>李宏欣 匡志琪</cp:lastModifiedBy>
  <cp:revision>1</cp:revision>
  <dcterms:created xsi:type="dcterms:W3CDTF">2026-06-20T11:12:57Z</dcterms:created>
  <dcterms:modified xsi:type="dcterms:W3CDTF">2026-06-20T11:12:57Z</dcterms:modified>
</cp:coreProperties>
</file>